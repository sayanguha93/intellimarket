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46F310-5233-4537-A662-117C8CA15C02}" v="26" dt="2026-05-25T00:57:02.5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99A551-EDB2-4B73-9D98-41AAC87AE926}" type="datetimeFigureOut"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50571-0475-4619-81F9-6A32814FD0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9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200" dirty="0">
                <a:solidFill>
                  <a:srgbClr val="0A9396"/>
                </a:solidFill>
              </a:rPr>
              <a:t>IntelliMarket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AI-Powered Real-Time Product &amp; Crypto Analytics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148840"/>
            <a:ext cx="2743200" cy="3657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</a:rPr>
              <a:t>Final Year Project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AFC7"/>
                </a:solidFill>
              </a:rPr>
              <a:t>Department of Computer Science &amp;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DAFC7"/>
                </a:solidFill>
              </a:rPr>
              <a:t>Heritage Institute of Technology  |  6th Semester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5212080" cy="141732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264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</a:rPr>
              <a:t>Submitted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</a:rPr>
              <a:t>Kaushik Kumar Das – 232095</a:t>
            </a:r>
            <a:endParaRPr lang="en-US" sz="115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Rudra Roy – 2351096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Samrat Banerjee – 2351074</a:t>
            </a:r>
          </a:p>
          <a:p>
            <a:r>
              <a:rPr lang="en-US" sz="1150">
                <a:solidFill>
                  <a:srgbClr val="FFFFFF"/>
                </a:solidFill>
                <a:ea typeface="Calibri"/>
                <a:cs typeface="Calibri"/>
              </a:rPr>
              <a:t>Sayan Guha </a:t>
            </a:r>
            <a:r>
              <a:rPr lang="en-US" sz="1200">
                <a:solidFill>
                  <a:srgbClr val="FFFFFF"/>
                </a:solidFill>
                <a:ea typeface="Calibri"/>
                <a:cs typeface="Calibri"/>
              </a:rPr>
              <a:t>– 2351093</a:t>
            </a:r>
            <a:endParaRPr lang="en-US" sz="115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0" y="3218688"/>
            <a:ext cx="2834640" cy="141732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3264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D2BD"/>
                </a:solidFill>
              </a:rPr>
              <a:t>Date of Submission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3566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24 May 2026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Existing Problems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Gaps in current e-commerce and crypto analytics systems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069848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042416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Product prices vary dynamically across different e-commerce platforms.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1984248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Manual product comparison consumes significant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393192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2898648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871216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Existing systems generally focus on only one platform.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393192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813048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785616"/>
            <a:ext cx="3337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Cryptocurrency markets are highly volatile and difficult to track manually.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1005840"/>
            <a:ext cx="429768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1069848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53712" y="1069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04241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Lack of integrated analytics for both e-commerce and crypto domains.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1920240"/>
            <a:ext cx="429768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1984248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95681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Real-time data synchronization is challenging.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834640"/>
            <a:ext cx="429768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53712" y="2898648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87121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Many platforms fail to provide proper visualization and comparative insights.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Objectives of IntelliMarket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What we aim to build and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117043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Unified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Develop a unified analytics platform for products and cryptocurrencies.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17043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10972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Real-Time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988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Fetch and process real-time data from APIs and e-commerce platforms.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60520" cy="117043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59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423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Product Comparison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1576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Compare products across Amazon, Flipkart, and other stores.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331720"/>
            <a:ext cx="4160520" cy="117043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459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24231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Crypto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71576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Analyze cryptocurrency prices and market trends.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160520" cy="117043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785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04164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Create interactive dashboards and visualization systems.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160520" cy="117043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78561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7490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9396"/>
                </a:solidFill>
              </a:rPr>
              <a:t>Insights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404164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Generate analytical insights and improve decision-making via BI.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Technologies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The tech stack powering IntelliMarket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78308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34747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Programming Languages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38988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Python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178308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160520" cy="3474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38988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Pandas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NumPy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Matplotlib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Requests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BeautifulSoup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60520" cy="178308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71800"/>
            <a:ext cx="4160520" cy="3474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71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Visualization Tools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335584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971800"/>
            <a:ext cx="4160520" cy="178308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71800"/>
            <a:ext cx="4160520" cy="34747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718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335584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Cryptocurrency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E-commerce Websites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Web Scraping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Working 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Step-by-step process from data to insights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1572768" cy="36576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078992"/>
            <a:ext cx="868680" cy="8686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789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01952" y="1435608"/>
            <a:ext cx="128016" cy="1371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848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761488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Fetch data from APIs and e-commerce platforms.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987552"/>
            <a:ext cx="1572768" cy="36576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68296" y="1078992"/>
            <a:ext cx="868680" cy="8686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8296" y="10789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11880" y="1435608"/>
            <a:ext cx="128016" cy="1371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20848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Cleaning &amp; Preprocessing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21408" y="2761488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Remove missing values and inconsistencies.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39896" y="987552"/>
            <a:ext cx="1572768" cy="36576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78224" y="1078992"/>
            <a:ext cx="868680" cy="8686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78224" y="10789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21808" y="1435608"/>
            <a:ext cx="128016" cy="1371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31336" y="20848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Comparative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31336" y="2761488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Compare products: Price, Ratings, Reviews, Availability.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9824" y="987552"/>
            <a:ext cx="1572768" cy="36576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88152" y="1078992"/>
            <a:ext cx="868680" cy="8686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88152" y="10789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31736" y="1435608"/>
            <a:ext cx="128016" cy="13716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20848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Crypto Analytics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41264" y="2761488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Trend, price fluctuation &amp; comparative market analysis.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9752" y="987552"/>
            <a:ext cx="1572768" cy="36576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1078992"/>
            <a:ext cx="868680" cy="8686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07899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51192" y="2084832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51192" y="2761488"/>
            <a:ext cx="14081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Display outputs via dashboards, charts, and reports.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Expected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Anticipated outcomes and 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17190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Real-Time Crypto Tracking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97510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Live tracking of cryptocurrency prices and fluctuations.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7190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97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9184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Multi-Platform Comparison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97510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Product comparisons across Amazon, Flipkart, and more.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17190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097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72200" y="16276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Market Trend Visualization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97510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Visual charts and dashboards showing market movements.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2697480" cy="17190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9992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11480" y="35295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Price Variation Insights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8770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Better understanding of price patterns and variations.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907792"/>
            <a:ext cx="2697480" cy="17190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9992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91840" y="35295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Analytical Reports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8770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Auto-generated insights and data-driven reports.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907792"/>
            <a:ext cx="2697480" cy="171907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29992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35295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9396"/>
                </a:solidFill>
              </a:rPr>
              <a:t>Smarter Decision-Making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8770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Faster and smarter choices powered by real-time analytics.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Faced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Technical and operational hurdles encountered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1430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33272" y="10789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Dynamic Price Changes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371600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E-commerce prices update frequently, making consistent data capture difficult.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11430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15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68112" y="107899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API Rate Limits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8112" y="1371600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API request quotas restrict how frequently data can be fetched.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4160520" cy="11430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33272" y="237744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Real-Time Sync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3272" y="267004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Synchronizing live data streams from multiple sources simultaneously.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304288"/>
            <a:ext cx="4160520" cy="11430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🧹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68112" y="2377440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Noisy &amp; Inconsistent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2670048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Handling missing, duplicate, or misformatted data across platforms.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4160520" cy="11430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33272" y="367588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Scraping Restrictions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3272" y="396849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Some websites actively block or restrict automated data scraping.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602736"/>
            <a:ext cx="4160520" cy="1143000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68112" y="3675888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Different Data Formats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3968496"/>
            <a:ext cx="3364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Varying schemas and formats across different APIs and platforms.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Planned features and long-term vision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93192" y="1581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AI Recommendations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90195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AI-powered product recommendation engine tailored to user behavior.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1581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Mobile App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42032" y="190195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Native mobile application for iOS and Android deployment.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🔮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90872" y="1581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Predictive Analytics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0872" y="190195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Advanced forecasting models for price and market trends.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00584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0972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🛍️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39712" y="158191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More Platforms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9712" y="190195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Integration with additional e-commerce platforms globally.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93192" y="354787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Personalized Dashboards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" y="386791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Custom dashboards based on individual user preferences.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0" y="297180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542032" y="354787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AI Chatbot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42032" y="386791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Conversational AI assistant for querying analytics on demand.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2971800"/>
            <a:ext cx="2011680" cy="175564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1772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690872" y="354787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9396"/>
                </a:solidFill>
              </a:rPr>
              <a:t>Cloud Deployment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90872" y="3867912"/>
            <a:ext cx="18653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Scalable cloud infrastructure for high availability and performance.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5029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64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D2BD"/>
                </a:solidFill>
              </a:rPr>
              <a:t>IntelliMarket's layered data flow design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148840" cy="373075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148840" cy="38404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9875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 Sources Layer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1536192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Amazon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249424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49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Flipkart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962656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9626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Cryptocurrency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3675888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6758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E-commerce APIs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32304" y="2606040"/>
            <a:ext cx="438912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987552"/>
            <a:ext cx="2148840" cy="373075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987552"/>
            <a:ext cx="214884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9875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Processing Layer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70632" y="1536192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0632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70632" y="2249424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0632" y="2249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 Extraction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70632" y="2962656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0632" y="29626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Comparative Analysis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70632" y="3675888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0632" y="36758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Trend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64024" y="2606040"/>
            <a:ext cx="438912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987552"/>
            <a:ext cx="2148840" cy="373075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987552"/>
            <a:ext cx="214884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92624" y="9875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Visualization Layer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02352" y="1536192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Power BI Dashboards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02352" y="2249424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2249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Python Charts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02352" y="2962656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29626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Interactive Reports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95744" y="2606040"/>
            <a:ext cx="438912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24871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D2BD"/>
                </a:solidFill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987552"/>
            <a:ext cx="2148840" cy="3730752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69480" y="987552"/>
            <a:ext cx="2148840" cy="38404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9875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Output Layer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34072" y="1536192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34072" y="15361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Product Comparison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434072" y="2249424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34072" y="22494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Crypto Trend Analysis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34072" y="2962656"/>
            <a:ext cx="1828800" cy="548640"/>
          </a:xfrm>
          <a:prstGeom prst="rect">
            <a:avLst/>
          </a:prstGeom>
          <a:solidFill>
            <a:srgbClr val="1A3050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34072" y="29626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Analytical Insights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DAFC7"/>
                </a:solidFill>
              </a:rPr>
              <a:t>IntelliMarket | Department of CSE | Heritage Institute of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43000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43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108813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IntelliMarket combines product analytics and cryptocurrency analysis into one unified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8412480" cy="65836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901952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184708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 system uses APIs, data analytics, visualization, and business intelligence techniques.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660904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" y="26060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It provides users with real-time comparative analytics and actionable market insights.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55848"/>
            <a:ext cx="8412480" cy="65836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419856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336499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 platform improves market understanding and accelerates decision-making.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132337"/>
          </a:solidFill>
          <a:ln w="12700">
            <a:solidFill>
              <a:srgbClr val="0A93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4178808"/>
            <a:ext cx="347472" cy="347472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" y="412394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It creates a strong foundation for future AI-driven analytical systems.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FC7"/>
                </a:solidFill>
              </a:rPr>
              <a:t>IntelliMarket  |  Heritage Institute of Technology  |  Department of CSE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IntelliMarket</dc:title>
  <dc:subject>PptxGenJS Presentation</dc:subject>
  <dc:creator>PptxGenJS</dc:creator>
  <cp:lastModifiedBy>PptxGenJS</cp:lastModifiedBy>
  <cp:revision>11</cp:revision>
  <dcterms:created xsi:type="dcterms:W3CDTF">2026-05-25T00:52:27Z</dcterms:created>
  <dcterms:modified xsi:type="dcterms:W3CDTF">2026-05-25T00:57:28Z</dcterms:modified>
</cp:coreProperties>
</file>